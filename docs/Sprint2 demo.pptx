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0"/>
  </p:notesMasterIdLst>
  <p:handoutMasterIdLst>
    <p:handoutMasterId r:id="rId11"/>
  </p:handoutMasterIdLst>
  <p:sldIdLst>
    <p:sldId id="350" r:id="rId5"/>
    <p:sldId id="366" r:id="rId6"/>
    <p:sldId id="368" r:id="rId7"/>
    <p:sldId id="367" r:id="rId8"/>
    <p:sldId id="369" r:id="rId9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5" autoAdjust="0"/>
    <p:restoredTop sz="95226" autoAdjust="0"/>
  </p:normalViewPr>
  <p:slideViewPr>
    <p:cSldViewPr snapToGrid="0">
      <p:cViewPr varScale="1">
        <p:scale>
          <a:sx n="85" d="100"/>
          <a:sy n="85" d="100"/>
        </p:scale>
        <p:origin x="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春香 井野場" userId="4472028b87b672b6" providerId="LiveId" clId="{A5EE65C6-7A5F-493E-9718-6974D1ACB561}"/>
    <pc:docChg chg="undo custSel addSld delSld modSld">
      <pc:chgData name="春香 井野場" userId="4472028b87b672b6" providerId="LiveId" clId="{A5EE65C6-7A5F-493E-9718-6974D1ACB561}" dt="2025-11-13T10:47:13.870" v="2605"/>
      <pc:docMkLst>
        <pc:docMk/>
      </pc:docMkLst>
      <pc:sldChg chg="add del">
        <pc:chgData name="春香 井野場" userId="4472028b87b672b6" providerId="LiveId" clId="{A5EE65C6-7A5F-493E-9718-6974D1ACB561}" dt="2025-11-12T21:12:32.987" v="863" actId="47"/>
        <pc:sldMkLst>
          <pc:docMk/>
          <pc:sldMk cId="2105465797" sldId="334"/>
        </pc:sldMkLst>
      </pc:sldChg>
      <pc:sldChg chg="add del">
        <pc:chgData name="春香 井野場" userId="4472028b87b672b6" providerId="LiveId" clId="{A5EE65C6-7A5F-493E-9718-6974D1ACB561}" dt="2025-11-12T21:12:40.700" v="866" actId="47"/>
        <pc:sldMkLst>
          <pc:docMk/>
          <pc:sldMk cId="2336677316" sldId="343"/>
        </pc:sldMkLst>
      </pc:sldChg>
      <pc:sldChg chg="modSp mod">
        <pc:chgData name="春香 井野場" userId="4472028b87b672b6" providerId="LiveId" clId="{A5EE65C6-7A5F-493E-9718-6974D1ACB561}" dt="2025-11-13T10:24:51.652" v="2382" actId="20577"/>
        <pc:sldMkLst>
          <pc:docMk/>
          <pc:sldMk cId="2960950710" sldId="350"/>
        </pc:sldMkLst>
        <pc:spChg chg="mod">
          <ac:chgData name="春香 井野場" userId="4472028b87b672b6" providerId="LiveId" clId="{A5EE65C6-7A5F-493E-9718-6974D1ACB561}" dt="2025-11-13T10:24:51.652" v="2382" actId="20577"/>
          <ac:spMkLst>
            <pc:docMk/>
            <pc:sldMk cId="2960950710" sldId="350"/>
            <ac:spMk id="2" creationId="{293E168C-8042-5B4E-A5A4-A5BF693AE2D6}"/>
          </ac:spMkLst>
        </pc:spChg>
      </pc:sldChg>
      <pc:sldChg chg="del">
        <pc:chgData name="春香 井野場" userId="4472028b87b672b6" providerId="LiveId" clId="{A5EE65C6-7A5F-493E-9718-6974D1ACB561}" dt="2025-11-12T21:11:56.196" v="845" actId="47"/>
        <pc:sldMkLst>
          <pc:docMk/>
          <pc:sldMk cId="289860937" sldId="352"/>
        </pc:sldMkLst>
      </pc:sldChg>
      <pc:sldChg chg="del">
        <pc:chgData name="春香 井野場" userId="4472028b87b672b6" providerId="LiveId" clId="{A5EE65C6-7A5F-493E-9718-6974D1ACB561}" dt="2025-11-12T21:12:32.290" v="862" actId="47"/>
        <pc:sldMkLst>
          <pc:docMk/>
          <pc:sldMk cId="2521537536" sldId="353"/>
        </pc:sldMkLst>
      </pc:sldChg>
      <pc:sldChg chg="del">
        <pc:chgData name="春香 井野場" userId="4472028b87b672b6" providerId="LiveId" clId="{A5EE65C6-7A5F-493E-9718-6974D1ACB561}" dt="2025-11-12T21:12:31.650" v="861" actId="47"/>
        <pc:sldMkLst>
          <pc:docMk/>
          <pc:sldMk cId="1556310685" sldId="354"/>
        </pc:sldMkLst>
      </pc:sldChg>
      <pc:sldChg chg="del">
        <pc:chgData name="春香 井野場" userId="4472028b87b672b6" providerId="LiveId" clId="{A5EE65C6-7A5F-493E-9718-6974D1ACB561}" dt="2025-11-12T21:12:31.152" v="860" actId="47"/>
        <pc:sldMkLst>
          <pc:docMk/>
          <pc:sldMk cId="4206035864" sldId="355"/>
        </pc:sldMkLst>
      </pc:sldChg>
      <pc:sldChg chg="del">
        <pc:chgData name="春香 井野場" userId="4472028b87b672b6" providerId="LiveId" clId="{A5EE65C6-7A5F-493E-9718-6974D1ACB561}" dt="2025-11-12T21:12:30.648" v="859" actId="47"/>
        <pc:sldMkLst>
          <pc:docMk/>
          <pc:sldMk cId="188845726" sldId="356"/>
        </pc:sldMkLst>
      </pc:sldChg>
      <pc:sldChg chg="del">
        <pc:chgData name="春香 井野場" userId="4472028b87b672b6" providerId="LiveId" clId="{A5EE65C6-7A5F-493E-9718-6974D1ACB561}" dt="2025-11-12T21:12:30.061" v="858" actId="47"/>
        <pc:sldMkLst>
          <pc:docMk/>
          <pc:sldMk cId="2509101887" sldId="357"/>
        </pc:sldMkLst>
      </pc:sldChg>
      <pc:sldChg chg="del">
        <pc:chgData name="春香 井野場" userId="4472028b87b672b6" providerId="LiveId" clId="{A5EE65C6-7A5F-493E-9718-6974D1ACB561}" dt="2025-11-12T21:12:01.196" v="846" actId="47"/>
        <pc:sldMkLst>
          <pc:docMk/>
          <pc:sldMk cId="391246093" sldId="361"/>
        </pc:sldMkLst>
      </pc:sldChg>
      <pc:sldChg chg="del">
        <pc:chgData name="春香 井野場" userId="4472028b87b672b6" providerId="LiveId" clId="{A5EE65C6-7A5F-493E-9718-6974D1ACB561}" dt="2025-11-12T21:12:29.452" v="857" actId="47"/>
        <pc:sldMkLst>
          <pc:docMk/>
          <pc:sldMk cId="767675903" sldId="362"/>
        </pc:sldMkLst>
      </pc:sldChg>
      <pc:sldChg chg="del">
        <pc:chgData name="春香 井野場" userId="4472028b87b672b6" providerId="LiveId" clId="{A5EE65C6-7A5F-493E-9718-6974D1ACB561}" dt="2025-11-12T21:12:28.768" v="856" actId="47"/>
        <pc:sldMkLst>
          <pc:docMk/>
          <pc:sldMk cId="495483412" sldId="363"/>
        </pc:sldMkLst>
      </pc:sldChg>
      <pc:sldChg chg="add del">
        <pc:chgData name="春香 井野場" userId="4472028b87b672b6" providerId="LiveId" clId="{A5EE65C6-7A5F-493E-9718-6974D1ACB561}" dt="2025-11-12T21:12:27.251" v="855" actId="47"/>
        <pc:sldMkLst>
          <pc:docMk/>
          <pc:sldMk cId="643842168" sldId="364"/>
        </pc:sldMkLst>
      </pc:sldChg>
      <pc:sldChg chg="addSp delSp modSp mod modAnim">
        <pc:chgData name="春香 井野場" userId="4472028b87b672b6" providerId="LiveId" clId="{A5EE65C6-7A5F-493E-9718-6974D1ACB561}" dt="2025-11-13T10:36:35.194" v="2575"/>
        <pc:sldMkLst>
          <pc:docMk/>
          <pc:sldMk cId="2753976859" sldId="366"/>
        </pc:sldMkLst>
        <pc:spChg chg="mod">
          <ac:chgData name="春香 井野場" userId="4472028b87b672b6" providerId="LiveId" clId="{A5EE65C6-7A5F-493E-9718-6974D1ACB561}" dt="2025-11-13T10:24:48.027" v="2380" actId="20577"/>
          <ac:spMkLst>
            <pc:docMk/>
            <pc:sldMk cId="2753976859" sldId="366"/>
            <ac:spMk id="5" creationId="{85D8E857-4B83-58C8-55B4-F0D0FA1E1855}"/>
          </ac:spMkLst>
        </pc:spChg>
        <pc:spChg chg="mod">
          <ac:chgData name="春香 井野場" userId="4472028b87b672b6" providerId="LiveId" clId="{A5EE65C6-7A5F-493E-9718-6974D1ACB561}" dt="2025-11-13T10:27:24.693" v="2548" actId="20577"/>
          <ac:spMkLst>
            <pc:docMk/>
            <pc:sldMk cId="2753976859" sldId="366"/>
            <ac:spMk id="12" creationId="{E92F117D-65EF-0B1B-0734-56C0CB3A3A42}"/>
          </ac:spMkLst>
        </pc:spChg>
        <pc:spChg chg="mod">
          <ac:chgData name="春香 井野場" userId="4472028b87b672b6" providerId="LiveId" clId="{A5EE65C6-7A5F-493E-9718-6974D1ACB561}" dt="2025-11-13T10:27:41.134" v="2553" actId="1076"/>
          <ac:spMkLst>
            <pc:docMk/>
            <pc:sldMk cId="2753976859" sldId="366"/>
            <ac:spMk id="13" creationId="{34786AB5-0C67-0C8D-0D27-BDEC335DDE36}"/>
          </ac:spMkLst>
        </pc:spChg>
        <pc:spChg chg="add mod">
          <ac:chgData name="春香 井野場" userId="4472028b87b672b6" providerId="LiveId" clId="{A5EE65C6-7A5F-493E-9718-6974D1ACB561}" dt="2025-11-13T10:35:35.707" v="2572" actId="571"/>
          <ac:spMkLst>
            <pc:docMk/>
            <pc:sldMk cId="2753976859" sldId="366"/>
            <ac:spMk id="18" creationId="{6F2B1473-3907-C2E4-2643-4A720665E525}"/>
          </ac:spMkLst>
        </pc:spChg>
        <pc:spChg chg="add mod">
          <ac:chgData name="春香 井野場" userId="4472028b87b672b6" providerId="LiveId" clId="{A5EE65C6-7A5F-493E-9718-6974D1ACB561}" dt="2025-11-13T10:35:35.707" v="2572" actId="571"/>
          <ac:spMkLst>
            <pc:docMk/>
            <pc:sldMk cId="2753976859" sldId="366"/>
            <ac:spMk id="19" creationId="{B491136E-D85F-EDAC-1A9B-A91C710B524F}"/>
          </ac:spMkLst>
        </pc:spChg>
        <pc:spChg chg="add mod">
          <ac:chgData name="春香 井野場" userId="4472028b87b672b6" providerId="LiveId" clId="{A5EE65C6-7A5F-493E-9718-6974D1ACB561}" dt="2025-11-13T10:35:35.707" v="2572" actId="571"/>
          <ac:spMkLst>
            <pc:docMk/>
            <pc:sldMk cId="2753976859" sldId="366"/>
            <ac:spMk id="20" creationId="{29FEFAB9-8E79-9869-7B11-9A566630FA7B}"/>
          </ac:spMkLst>
        </pc:spChg>
        <pc:spChg chg="add mod">
          <ac:chgData name="春香 井野場" userId="4472028b87b672b6" providerId="LiveId" clId="{A5EE65C6-7A5F-493E-9718-6974D1ACB561}" dt="2025-11-13T10:35:35.707" v="2572" actId="571"/>
          <ac:spMkLst>
            <pc:docMk/>
            <pc:sldMk cId="2753976859" sldId="366"/>
            <ac:spMk id="21" creationId="{155DEDF9-79D2-9191-28D2-8DF096CAE62E}"/>
          </ac:spMkLst>
        </pc:spChg>
        <pc:spChg chg="mod topLvl">
          <ac:chgData name="春香 井野場" userId="4472028b87b672b6" providerId="LiveId" clId="{A5EE65C6-7A5F-493E-9718-6974D1ACB561}" dt="2025-11-13T10:35:28.042" v="2570" actId="165"/>
          <ac:spMkLst>
            <pc:docMk/>
            <pc:sldMk cId="2753976859" sldId="366"/>
            <ac:spMk id="48" creationId="{2EF02618-1CA1-696B-BC0F-144CCE525B5A}"/>
          </ac:spMkLst>
        </pc:spChg>
        <pc:spChg chg="mod topLvl">
          <ac:chgData name="春香 井野場" userId="4472028b87b672b6" providerId="LiveId" clId="{A5EE65C6-7A5F-493E-9718-6974D1ACB561}" dt="2025-11-13T10:35:28.042" v="2570" actId="165"/>
          <ac:spMkLst>
            <pc:docMk/>
            <pc:sldMk cId="2753976859" sldId="366"/>
            <ac:spMk id="49" creationId="{1A5F8EEE-29D0-438B-DDC9-766293F2E670}"/>
          </ac:spMkLst>
        </pc:spChg>
        <pc:spChg chg="mod topLvl">
          <ac:chgData name="春香 井野場" userId="4472028b87b672b6" providerId="LiveId" clId="{A5EE65C6-7A5F-493E-9718-6974D1ACB561}" dt="2025-11-13T10:35:28.042" v="2570" actId="165"/>
          <ac:spMkLst>
            <pc:docMk/>
            <pc:sldMk cId="2753976859" sldId="366"/>
            <ac:spMk id="53" creationId="{31757D2B-B5AE-B9EB-6ECF-3C96F1AF50F3}"/>
          </ac:spMkLst>
        </pc:spChg>
        <pc:spChg chg="mod topLvl">
          <ac:chgData name="春香 井野場" userId="4472028b87b672b6" providerId="LiveId" clId="{A5EE65C6-7A5F-493E-9718-6974D1ACB561}" dt="2025-11-13T10:35:28.042" v="2570" actId="165"/>
          <ac:spMkLst>
            <pc:docMk/>
            <pc:sldMk cId="2753976859" sldId="366"/>
            <ac:spMk id="56" creationId="{C4D4AA50-E466-F090-D3E3-2A9D2321C180}"/>
          </ac:spMkLst>
        </pc:spChg>
        <pc:spChg chg="mod topLvl">
          <ac:chgData name="春香 井野場" userId="4472028b87b672b6" providerId="LiveId" clId="{A5EE65C6-7A5F-493E-9718-6974D1ACB561}" dt="2025-11-13T10:35:28.042" v="2570" actId="165"/>
          <ac:spMkLst>
            <pc:docMk/>
            <pc:sldMk cId="2753976859" sldId="366"/>
            <ac:spMk id="58" creationId="{401373F5-DD6B-2A3B-A030-FF86F25EF7D2}"/>
          </ac:spMkLst>
        </pc:spChg>
        <pc:spChg chg="mod topLvl">
          <ac:chgData name="春香 井野場" userId="4472028b87b672b6" providerId="LiveId" clId="{A5EE65C6-7A5F-493E-9718-6974D1ACB561}" dt="2025-11-13T10:35:28.042" v="2570" actId="165"/>
          <ac:spMkLst>
            <pc:docMk/>
            <pc:sldMk cId="2753976859" sldId="366"/>
            <ac:spMk id="59" creationId="{03A43EFD-D13B-0219-0A87-A10DB6C88479}"/>
          </ac:spMkLst>
        </pc:spChg>
        <pc:spChg chg="mod topLvl">
          <ac:chgData name="春香 井野場" userId="4472028b87b672b6" providerId="LiveId" clId="{A5EE65C6-7A5F-493E-9718-6974D1ACB561}" dt="2025-11-13T10:35:28.042" v="2570" actId="165"/>
          <ac:spMkLst>
            <pc:docMk/>
            <pc:sldMk cId="2753976859" sldId="366"/>
            <ac:spMk id="101" creationId="{F34A6857-0221-0B96-E53F-FB1DB9E88892}"/>
          </ac:spMkLst>
        </pc:spChg>
        <pc:spChg chg="mod topLvl">
          <ac:chgData name="春香 井野場" userId="4472028b87b672b6" providerId="LiveId" clId="{A5EE65C6-7A5F-493E-9718-6974D1ACB561}" dt="2025-11-13T10:35:28.042" v="2570" actId="165"/>
          <ac:spMkLst>
            <pc:docMk/>
            <pc:sldMk cId="2753976859" sldId="366"/>
            <ac:spMk id="108" creationId="{60C79785-26AA-B675-1619-1D8454446E52}"/>
          </ac:spMkLst>
        </pc:spChg>
        <pc:spChg chg="mod topLvl">
          <ac:chgData name="春香 井野場" userId="4472028b87b672b6" providerId="LiveId" clId="{A5EE65C6-7A5F-493E-9718-6974D1ACB561}" dt="2025-11-13T10:35:28.042" v="2570" actId="165"/>
          <ac:spMkLst>
            <pc:docMk/>
            <pc:sldMk cId="2753976859" sldId="366"/>
            <ac:spMk id="142" creationId="{FD899963-85EB-A81D-780F-9EAD75FAD80A}"/>
          </ac:spMkLst>
        </pc:spChg>
        <pc:spChg chg="mod topLvl">
          <ac:chgData name="春香 井野場" userId="4472028b87b672b6" providerId="LiveId" clId="{A5EE65C6-7A5F-493E-9718-6974D1ACB561}" dt="2025-11-13T10:35:28.042" v="2570" actId="165"/>
          <ac:spMkLst>
            <pc:docMk/>
            <pc:sldMk cId="2753976859" sldId="366"/>
            <ac:spMk id="144" creationId="{8E9BAB2E-F5AA-F201-1924-F6CEACB3409C}"/>
          </ac:spMkLst>
        </pc:spChg>
        <pc:grpChg chg="mod">
          <ac:chgData name="春香 井野場" userId="4472028b87b672b6" providerId="LiveId" clId="{A5EE65C6-7A5F-493E-9718-6974D1ACB561}" dt="2025-11-12T21:10:46.556" v="841" actId="164"/>
          <ac:grpSpMkLst>
            <pc:docMk/>
            <pc:sldMk cId="2753976859" sldId="366"/>
            <ac:grpSpMk id="52" creationId="{671081EF-5407-2C86-7E27-A7D3004D1A10}"/>
          </ac:grpSpMkLst>
        </pc:grpChg>
        <pc:grpChg chg="mod">
          <ac:chgData name="春香 井野場" userId="4472028b87b672b6" providerId="LiveId" clId="{A5EE65C6-7A5F-493E-9718-6974D1ACB561}" dt="2025-11-12T21:10:46.556" v="841" actId="164"/>
          <ac:grpSpMkLst>
            <pc:docMk/>
            <pc:sldMk cId="2753976859" sldId="366"/>
            <ac:grpSpMk id="146" creationId="{87005B6C-E83B-197E-D1D4-F389BD8FEAA3}"/>
          </ac:grpSpMkLst>
        </pc:grpChg>
        <pc:grpChg chg="add mod">
          <ac:chgData name="春香 井野場" userId="4472028b87b672b6" providerId="LiveId" clId="{A5EE65C6-7A5F-493E-9718-6974D1ACB561}" dt="2025-11-13T10:27:35.335" v="2552" actId="1076"/>
          <ac:grpSpMkLst>
            <pc:docMk/>
            <pc:sldMk cId="2753976859" sldId="366"/>
            <ac:grpSpMk id="149" creationId="{1AD7A82B-8D1B-1001-235D-1EF3D428915D}"/>
          </ac:grpSpMkLst>
        </pc:grpChg>
        <pc:cxnChg chg="mod">
          <ac:chgData name="春香 井野場" userId="4472028b87b672b6" providerId="LiveId" clId="{A5EE65C6-7A5F-493E-9718-6974D1ACB561}" dt="2025-11-13T10:27:41.134" v="2553" actId="1076"/>
          <ac:cxnSpMkLst>
            <pc:docMk/>
            <pc:sldMk cId="2753976859" sldId="366"/>
            <ac:cxnSpMk id="89" creationId="{3D7F1908-4B34-A096-DA86-DF5CC7622393}"/>
          </ac:cxnSpMkLst>
        </pc:cxnChg>
        <pc:cxnChg chg="mod">
          <ac:chgData name="春香 井野場" userId="4472028b87b672b6" providerId="LiveId" clId="{A5EE65C6-7A5F-493E-9718-6974D1ACB561}" dt="2025-11-13T10:27:41.134" v="2553" actId="1076"/>
          <ac:cxnSpMkLst>
            <pc:docMk/>
            <pc:sldMk cId="2753976859" sldId="366"/>
            <ac:cxnSpMk id="92" creationId="{D977275F-E5FC-CD09-8BD9-D6EEB327F63A}"/>
          </ac:cxnSpMkLst>
        </pc:cxnChg>
        <pc:cxnChg chg="mod">
          <ac:chgData name="春香 井野場" userId="4472028b87b672b6" providerId="LiveId" clId="{A5EE65C6-7A5F-493E-9718-6974D1ACB561}" dt="2025-11-13T10:27:24.693" v="2548" actId="20577"/>
          <ac:cxnSpMkLst>
            <pc:docMk/>
            <pc:sldMk cId="2753976859" sldId="366"/>
            <ac:cxnSpMk id="95" creationId="{A06EB212-D9C4-B166-5ECC-C12EE1FF03A8}"/>
          </ac:cxnSpMkLst>
        </pc:cxnChg>
      </pc:sldChg>
      <pc:sldChg chg="addSp delSp modSp mod">
        <pc:chgData name="春香 井野場" userId="4472028b87b672b6" providerId="LiveId" clId="{A5EE65C6-7A5F-493E-9718-6974D1ACB561}" dt="2025-11-13T10:25:16.287" v="2434" actId="20577"/>
        <pc:sldMkLst>
          <pc:docMk/>
          <pc:sldMk cId="1810793946" sldId="367"/>
        </pc:sldMkLst>
        <pc:spChg chg="add del mod">
          <ac:chgData name="春香 井野場" userId="4472028b87b672b6" providerId="LiveId" clId="{A5EE65C6-7A5F-493E-9718-6974D1ACB561}" dt="2025-11-13T09:49:30.988" v="1455" actId="478"/>
          <ac:spMkLst>
            <pc:docMk/>
            <pc:sldMk cId="1810793946" sldId="367"/>
            <ac:spMk id="2" creationId="{5739CD1D-74B3-AA62-D1C2-BBEE529396A2}"/>
          </ac:spMkLst>
        </pc:spChg>
        <pc:spChg chg="mod">
          <ac:chgData name="春香 井野場" userId="4472028b87b672b6" providerId="LiveId" clId="{A5EE65C6-7A5F-493E-9718-6974D1ACB561}" dt="2025-11-13T10:25:16.287" v="2434" actId="20577"/>
          <ac:spMkLst>
            <pc:docMk/>
            <pc:sldMk cId="1810793946" sldId="367"/>
            <ac:spMk id="5" creationId="{C4792F60-7EBB-5148-0EB7-8AEC3E677F1F}"/>
          </ac:spMkLst>
        </pc:spChg>
        <pc:spChg chg="add mod">
          <ac:chgData name="春香 井野場" userId="4472028b87b672b6" providerId="LiveId" clId="{A5EE65C6-7A5F-493E-9718-6974D1ACB561}" dt="2025-11-13T09:55:50.709" v="1674" actId="20577"/>
          <ac:spMkLst>
            <pc:docMk/>
            <pc:sldMk cId="1810793946" sldId="367"/>
            <ac:spMk id="9" creationId="{485B11BA-C928-A463-688C-555070563DDD}"/>
          </ac:spMkLst>
        </pc:spChg>
        <pc:spChg chg="add del mod">
          <ac:chgData name="春香 井野場" userId="4472028b87b672b6" providerId="LiveId" clId="{A5EE65C6-7A5F-493E-9718-6974D1ACB561}" dt="2025-11-12T21:07:58.966" v="614" actId="478"/>
          <ac:spMkLst>
            <pc:docMk/>
            <pc:sldMk cId="1810793946" sldId="367"/>
            <ac:spMk id="10" creationId="{82EA2849-B2DF-3C89-0D2D-01C81FA9D05C}"/>
          </ac:spMkLst>
        </pc:spChg>
        <pc:graphicFrameChg chg="mod modGraphic">
          <ac:chgData name="春香 井野場" userId="4472028b87b672b6" providerId="LiveId" clId="{A5EE65C6-7A5F-493E-9718-6974D1ACB561}" dt="2025-11-13T10:17:49.089" v="2190" actId="1076"/>
          <ac:graphicFrameMkLst>
            <pc:docMk/>
            <pc:sldMk cId="1810793946" sldId="367"/>
            <ac:graphicFrameMk id="8" creationId="{BE032096-EC6A-CA65-1B1B-81C6EA39F955}"/>
          </ac:graphicFrameMkLst>
        </pc:graphicFrameChg>
      </pc:sldChg>
      <pc:sldChg chg="addSp delSp modSp mod modAnim">
        <pc:chgData name="春香 井野場" userId="4472028b87b672b6" providerId="LiveId" clId="{A5EE65C6-7A5F-493E-9718-6974D1ACB561}" dt="2025-11-13T10:47:13.870" v="2605"/>
        <pc:sldMkLst>
          <pc:docMk/>
          <pc:sldMk cId="221237811" sldId="368"/>
        </pc:sldMkLst>
        <pc:spChg chg="add del mod">
          <ac:chgData name="春香 井野場" userId="4472028b87b672b6" providerId="LiveId" clId="{A5EE65C6-7A5F-493E-9718-6974D1ACB561}" dt="2025-11-13T08:45:10.797" v="991" actId="478"/>
          <ac:spMkLst>
            <pc:docMk/>
            <pc:sldMk cId="221237811" sldId="368"/>
            <ac:spMk id="2" creationId="{DCEBEC0F-B071-194B-154A-6A6B19D9B241}"/>
          </ac:spMkLst>
        </pc:spChg>
        <pc:spChg chg="mod">
          <ac:chgData name="春香 井野場" userId="4472028b87b672b6" providerId="LiveId" clId="{A5EE65C6-7A5F-493E-9718-6974D1ACB561}" dt="2025-11-13T10:25:07.038" v="2409" actId="20577"/>
          <ac:spMkLst>
            <pc:docMk/>
            <pc:sldMk cId="221237811" sldId="368"/>
            <ac:spMk id="5" creationId="{9BBE04AD-F5D3-A84A-B1AA-322C09DF726B}"/>
          </ac:spMkLst>
        </pc:spChg>
        <pc:spChg chg="add mod">
          <ac:chgData name="春香 井野場" userId="4472028b87b672b6" providerId="LiveId" clId="{A5EE65C6-7A5F-493E-9718-6974D1ACB561}" dt="2025-11-13T10:47:05.735" v="2603" actId="164"/>
          <ac:spMkLst>
            <pc:docMk/>
            <pc:sldMk cId="221237811" sldId="368"/>
            <ac:spMk id="7" creationId="{74251890-FC97-D3C5-05BF-43FE3C0F8A0E}"/>
          </ac:spMkLst>
        </pc:spChg>
        <pc:spChg chg="add del">
          <ac:chgData name="春香 井野場" userId="4472028b87b672b6" providerId="LiveId" clId="{A5EE65C6-7A5F-493E-9718-6974D1ACB561}" dt="2025-11-13T10:20:58.950" v="2192" actId="478"/>
          <ac:spMkLst>
            <pc:docMk/>
            <pc:sldMk cId="221237811" sldId="368"/>
            <ac:spMk id="9" creationId="{06FB8D63-D351-F1AB-B923-A2F764E3A1DF}"/>
          </ac:spMkLst>
        </pc:spChg>
        <pc:spChg chg="mod">
          <ac:chgData name="春香 井野場" userId="4472028b87b672b6" providerId="LiveId" clId="{A5EE65C6-7A5F-493E-9718-6974D1ACB561}" dt="2025-11-13T10:46:49.573" v="2602" actId="164"/>
          <ac:spMkLst>
            <pc:docMk/>
            <pc:sldMk cId="221237811" sldId="368"/>
            <ac:spMk id="11" creationId="{2241D456-C516-3001-D62A-375F2585F105}"/>
          </ac:spMkLst>
        </pc:spChg>
        <pc:spChg chg="mod">
          <ac:chgData name="春香 井野場" userId="4472028b87b672b6" providerId="LiveId" clId="{A5EE65C6-7A5F-493E-9718-6974D1ACB561}" dt="2025-11-13T10:47:05.735" v="2603" actId="164"/>
          <ac:spMkLst>
            <pc:docMk/>
            <pc:sldMk cId="221237811" sldId="368"/>
            <ac:spMk id="12" creationId="{D6E6A484-77CB-5B46-A80A-E20953E93271}"/>
          </ac:spMkLst>
        </pc:spChg>
        <pc:spChg chg="add del mod">
          <ac:chgData name="春香 井野場" userId="4472028b87b672b6" providerId="LiveId" clId="{A5EE65C6-7A5F-493E-9718-6974D1ACB561}" dt="2025-11-13T10:21:17.035" v="2197" actId="478"/>
          <ac:spMkLst>
            <pc:docMk/>
            <pc:sldMk cId="221237811" sldId="368"/>
            <ac:spMk id="13" creationId="{02EF9382-BC97-33ED-50B6-9D87D51A6448}"/>
          </ac:spMkLst>
        </pc:spChg>
        <pc:spChg chg="add mod">
          <ac:chgData name="春香 井野場" userId="4472028b87b672b6" providerId="LiveId" clId="{A5EE65C6-7A5F-493E-9718-6974D1ACB561}" dt="2025-11-13T10:47:05.735" v="2603" actId="164"/>
          <ac:spMkLst>
            <pc:docMk/>
            <pc:sldMk cId="221237811" sldId="368"/>
            <ac:spMk id="14" creationId="{84A20ACA-8CC6-3DE5-6630-7836BE80F19D}"/>
          </ac:spMkLst>
        </pc:spChg>
        <pc:grpChg chg="add mod">
          <ac:chgData name="春香 井野場" userId="4472028b87b672b6" providerId="LiveId" clId="{A5EE65C6-7A5F-493E-9718-6974D1ACB561}" dt="2025-11-13T10:46:49.573" v="2602" actId="164"/>
          <ac:grpSpMkLst>
            <pc:docMk/>
            <pc:sldMk cId="221237811" sldId="368"/>
            <ac:grpSpMk id="15" creationId="{0562F1CE-BBCE-E04D-76B5-3759F74A196F}"/>
          </ac:grpSpMkLst>
        </pc:grpChg>
        <pc:grpChg chg="add mod">
          <ac:chgData name="春香 井野場" userId="4472028b87b672b6" providerId="LiveId" clId="{A5EE65C6-7A5F-493E-9718-6974D1ACB561}" dt="2025-11-13T10:47:05.735" v="2603" actId="164"/>
          <ac:grpSpMkLst>
            <pc:docMk/>
            <pc:sldMk cId="221237811" sldId="368"/>
            <ac:grpSpMk id="16" creationId="{4BBFA473-4019-50C0-E634-AC9C41B7EE9C}"/>
          </ac:grpSpMkLst>
        </pc:grpChg>
        <pc:picChg chg="mod">
          <ac:chgData name="春香 井野場" userId="4472028b87b672b6" providerId="LiveId" clId="{A5EE65C6-7A5F-493E-9718-6974D1ACB561}" dt="2025-11-13T10:46:49.573" v="2602" actId="164"/>
          <ac:picMkLst>
            <pc:docMk/>
            <pc:sldMk cId="221237811" sldId="368"/>
            <ac:picMk id="8" creationId="{D62794FC-F624-FE6C-1E33-764994FE7C98}"/>
          </ac:picMkLst>
        </pc:picChg>
        <pc:picChg chg="mod">
          <ac:chgData name="春香 井野場" userId="4472028b87b672b6" providerId="LiveId" clId="{A5EE65C6-7A5F-493E-9718-6974D1ACB561}" dt="2025-11-13T10:47:05.735" v="2603" actId="164"/>
          <ac:picMkLst>
            <pc:docMk/>
            <pc:sldMk cId="221237811" sldId="368"/>
            <ac:picMk id="10" creationId="{01FE23CD-564A-3C6D-F046-4AAAC25D1B2A}"/>
          </ac:picMkLst>
        </pc:picChg>
      </pc:sldChg>
      <pc:sldChg chg="modSp add del mod">
        <pc:chgData name="春香 井野場" userId="4472028b87b672b6" providerId="LiveId" clId="{A5EE65C6-7A5F-493E-9718-6974D1ACB561}" dt="2025-11-13T10:46:09.766" v="2600" actId="1076"/>
        <pc:sldMkLst>
          <pc:docMk/>
          <pc:sldMk cId="1292792346" sldId="369"/>
        </pc:sldMkLst>
        <pc:spChg chg="mod">
          <ac:chgData name="春香 井野場" userId="4472028b87b672b6" providerId="LiveId" clId="{A5EE65C6-7A5F-493E-9718-6974D1ACB561}" dt="2025-11-13T10:25:23.791" v="2459" actId="20577"/>
          <ac:spMkLst>
            <pc:docMk/>
            <pc:sldMk cId="1292792346" sldId="369"/>
            <ac:spMk id="5" creationId="{B2871482-30FD-D8E9-E57B-255E9A697F7F}"/>
          </ac:spMkLst>
        </pc:spChg>
        <pc:spChg chg="mod">
          <ac:chgData name="春香 井野場" userId="4472028b87b672b6" providerId="LiveId" clId="{A5EE65C6-7A5F-493E-9718-6974D1ACB561}" dt="2025-11-13T10:46:09.766" v="2600" actId="1076"/>
          <ac:spMkLst>
            <pc:docMk/>
            <pc:sldMk cId="1292792346" sldId="369"/>
            <ac:spMk id="23" creationId="{8B7FD1F4-E9E0-89FD-CA33-3BB8448AEBBE}"/>
          </ac:spMkLst>
        </pc:spChg>
      </pc:sldChg>
      <pc:sldChg chg="new del">
        <pc:chgData name="春香 井野場" userId="4472028b87b672b6" providerId="LiveId" clId="{A5EE65C6-7A5F-493E-9718-6974D1ACB561}" dt="2025-11-12T21:12:14.523" v="854" actId="680"/>
        <pc:sldMkLst>
          <pc:docMk/>
          <pc:sldMk cId="382225688" sldId="3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A15AE-E040-4F31-96C6-FD066D034FFB}" type="datetime1">
              <a:rPr lang="en-GB" smtClean="0"/>
              <a:pPr/>
              <a:t>13/11/2025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58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rtl="0"/>
            <a:fld id="{C02CDA83-4160-4EEB-AD7D-1C57C21837F3}" type="datetime3">
              <a:rPr lang="en-GB" noProof="0" smtClean="0">
                <a:latin typeface="+mn-lt"/>
              </a:rPr>
              <a:t>13 November, 2025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94200668-9301-4F8B-89F3-A4E2AEA80049}" type="datetime3">
              <a:rPr lang="en-GB" noProof="0" smtClean="0">
                <a:latin typeface="+mn-lt"/>
              </a:rPr>
              <a:t>13 November, 2025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029ECAD1-3047-43DC-81B7-231597E81F19}" type="datetime3">
              <a:rPr lang="en-GB" noProof="0" smtClean="0">
                <a:latin typeface="+mn-lt"/>
              </a:rPr>
              <a:t>13 November, 2025</a:t>
            </a:fld>
            <a:endParaRPr lang="en-GB" noProof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1E6A16EE-7FBD-4E62-A186-69A1E1C8758D}" type="datetime3">
              <a:rPr lang="en-GB" noProof="0" smtClean="0">
                <a:latin typeface="+mn-lt"/>
              </a:rPr>
              <a:t>13 November, 2025</a:t>
            </a:fld>
            <a:endParaRPr lang="en-GB" noProof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GB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Shape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Picture Placeholder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Shape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66" name="Picture Placeholder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9" name="Picture Placeholder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rtl="0"/>
            <a:fld id="{D21FA074-9295-430E-9633-F682F8C96958}" type="datetime3">
              <a:rPr lang="en-GB" noProof="0" smtClean="0">
                <a:latin typeface="+mn-lt"/>
              </a:rPr>
              <a:t>13 November, 2025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96" name="Text Placeholder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106" name="Text Placeholder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7" name="Text Placeholder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108" name="Text Placeholder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rtl="0"/>
            <a:fld id="{D33AD83D-9671-4762-AF03-9C719A9CD695}" type="datetime3">
              <a:rPr lang="en-GB" noProof="0" smtClean="0">
                <a:latin typeface="+mn-lt"/>
              </a:rPr>
              <a:t>13 November, 2025</a:t>
            </a:fld>
            <a:endParaRPr lang="en-GB" noProof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F88F5F63-8808-4375-85CE-D0FAFA3BBE65}" type="datetime3">
              <a:rPr lang="en-GB" noProof="0" smtClean="0">
                <a:latin typeface="+mn-lt"/>
              </a:rPr>
              <a:t>13 November, 2025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6D17C7AE-DC41-4D6E-8CE7-A0296D62536F}" type="datetime3">
              <a:rPr lang="en-GB" noProof="0" smtClean="0">
                <a:latin typeface="+mn-lt"/>
              </a:rPr>
              <a:t>13 November, 2025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rtl="0"/>
            <a:fld id="{0971D3F5-C297-4F98-9679-48877DEF0EC7}" type="datetime3">
              <a:rPr lang="en-GB" noProof="0" smtClean="0">
                <a:latin typeface="+mn-lt"/>
              </a:rPr>
              <a:t>13 November, 2025</a:t>
            </a:fld>
            <a:endParaRPr lang="en-GB" noProof="0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8AC5E797-DDC7-4716-ABC9-2C172A510C23}" type="datetime3">
              <a:rPr lang="en-GB" noProof="0" smtClean="0">
                <a:latin typeface="+mn-lt"/>
              </a:rPr>
              <a:t>13 November, 2025</a:t>
            </a:fld>
            <a:endParaRPr lang="en-GB" noProof="0">
              <a:latin typeface="+mn-lt"/>
            </a:endParaRP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76" r:id="rId8"/>
    <p:sldLayoutId id="2147483677" r:id="rId9"/>
    <p:sldLayoutId id="2147483685" r:id="rId10"/>
    <p:sldLayoutId id="2147483688" r:id="rId11"/>
    <p:sldLayoutId id="2147483692" r:id="rId12"/>
    <p:sldLayoutId id="2147483682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7615" y="2116182"/>
            <a:ext cx="6821011" cy="1514019"/>
          </a:xfrm>
        </p:spPr>
        <p:txBody>
          <a:bodyPr rtlCol="0"/>
          <a:lstStyle/>
          <a:p>
            <a:pPr rtl="0"/>
            <a:r>
              <a:rPr lang="en-GB" dirty="0"/>
              <a:t>Sprint2 Demo</a:t>
            </a:r>
            <a:br>
              <a:rPr lang="en-GB" dirty="0"/>
            </a:br>
            <a:r>
              <a:rPr lang="en-GB" sz="3600" dirty="0"/>
              <a:t>- Water pump status detection -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rtl="0"/>
            <a:r>
              <a:rPr lang="en-GB" dirty="0">
                <a:latin typeface="+mj-lt"/>
              </a:rPr>
              <a:t>Team Hamburg</a:t>
            </a:r>
            <a:endParaRPr lang="en-GB" dirty="0"/>
          </a:p>
          <a:p>
            <a:pPr rtl="0"/>
            <a:r>
              <a:rPr lang="en-GB" dirty="0"/>
              <a:t>Tetiana, Anandhu, Haruka</a:t>
            </a:r>
          </a:p>
          <a:p>
            <a:pPr rtl="0"/>
            <a:r>
              <a:rPr lang="en-GB" dirty="0"/>
              <a:t>13 November, 2025 </a:t>
            </a:r>
          </a:p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D3BB0D-0879-D459-2D1C-6D2381CD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07" y="88132"/>
            <a:ext cx="4941477" cy="610863"/>
          </a:xfrm>
        </p:spPr>
        <p:txBody>
          <a:bodyPr/>
          <a:lstStyle/>
          <a:p>
            <a:r>
              <a:rPr lang="en-GB" dirty="0"/>
              <a:t>ML pipeline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5ED2C-AB5F-71F7-0BC0-96E7C6427EF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rtl="0"/>
            <a:fld id="{029ECAD1-3047-43DC-81B7-231597E81F19}" type="datetime3">
              <a:rPr lang="en-GB" noProof="0" smtClean="0">
                <a:latin typeface="+mn-lt"/>
              </a:rPr>
              <a:t>13 November, 2025</a:t>
            </a:fld>
            <a:endParaRPr lang="en-GB" noProof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8E857-4B83-58C8-55B4-F0D0FA1E18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rtl="0"/>
            <a:r>
              <a:rPr lang="en-GB" b="0" dirty="0"/>
              <a:t>Sprint2 Demo</a:t>
            </a:r>
            <a:endParaRPr lang="en-GB" b="0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F028A-5D94-76EE-4621-6B0FA25E942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2</a:t>
            </a:fld>
            <a:endParaRPr lang="en-GB" noProof="0">
              <a:latin typeface="+mn-lt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DB9AC61-3C84-F5A8-5209-54E513256139}"/>
              </a:ext>
            </a:extLst>
          </p:cNvPr>
          <p:cNvGrpSpPr/>
          <p:nvPr/>
        </p:nvGrpSpPr>
        <p:grpSpPr>
          <a:xfrm>
            <a:off x="856171" y="4006988"/>
            <a:ext cx="3601610" cy="2204028"/>
            <a:chOff x="856171" y="4006988"/>
            <a:chExt cx="3601610" cy="220402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C0EF31-B586-C367-52A8-9824B0DCF6B3}"/>
                </a:ext>
              </a:extLst>
            </p:cNvPr>
            <p:cNvSpPr txBox="1"/>
            <p:nvPr/>
          </p:nvSpPr>
          <p:spPr>
            <a:xfrm>
              <a:off x="856171" y="4006988"/>
              <a:ext cx="1817581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Train model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4A3ED0-5214-6458-46DD-D1189DF49ED5}"/>
                </a:ext>
              </a:extLst>
            </p:cNvPr>
            <p:cNvSpPr txBox="1"/>
            <p:nvPr/>
          </p:nvSpPr>
          <p:spPr>
            <a:xfrm>
              <a:off x="862521" y="4647337"/>
              <a:ext cx="1817581" cy="6463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Predict pump status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662AEDD-F6AC-2016-BB46-6E4E18538667}"/>
                </a:ext>
              </a:extLst>
            </p:cNvPr>
            <p:cNvSpPr txBox="1"/>
            <p:nvPr/>
          </p:nvSpPr>
          <p:spPr>
            <a:xfrm>
              <a:off x="856171" y="5564685"/>
              <a:ext cx="1817581" cy="6463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Calculate accuracy</a:t>
              </a:r>
            </a:p>
          </p:txBody>
        </p:sp>
        <p:cxnSp>
          <p:nvCxnSpPr>
            <p:cNvPr id="71" name="Connector: Elbow 70">
              <a:extLst>
                <a:ext uri="{FF2B5EF4-FFF2-40B4-BE49-F238E27FC236}">
                  <a16:creationId xmlns:a16="http://schemas.microsoft.com/office/drawing/2014/main" id="{C635E361-F603-287C-7C3B-F4A993FA849D}"/>
                </a:ext>
              </a:extLst>
            </p:cNvPr>
            <p:cNvCxnSpPr>
              <a:cxnSpLocks/>
              <a:stCxn id="16" idx="3"/>
              <a:endCxn id="14" idx="3"/>
            </p:cNvCxnSpPr>
            <p:nvPr/>
          </p:nvCxnSpPr>
          <p:spPr>
            <a:xfrm flipV="1">
              <a:off x="2673752" y="4191654"/>
              <a:ext cx="12700" cy="1696197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441C2FD-6DD2-6402-A31C-DCF0CBC5C73D}"/>
                </a:ext>
              </a:extLst>
            </p:cNvPr>
            <p:cNvSpPr txBox="1"/>
            <p:nvPr/>
          </p:nvSpPr>
          <p:spPr>
            <a:xfrm>
              <a:off x="3016888" y="4355005"/>
              <a:ext cx="144089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Repeat</a:t>
              </a:r>
            </a:p>
            <a:p>
              <a:r>
                <a:rPr lang="en-GB" dirty="0">
                  <a:solidFill>
                    <a:schemeClr val="bg1"/>
                  </a:solidFill>
                </a:rPr>
                <a:t>K times</a:t>
              </a:r>
            </a:p>
            <a:p>
              <a:r>
                <a:rPr lang="en-GB" dirty="0">
                  <a:solidFill>
                    <a:schemeClr val="bg1"/>
                  </a:solidFill>
                </a:rPr>
                <a:t>(K-fold cross validation)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40C62963-93A3-B49F-8246-034E685900E6}"/>
                </a:ext>
              </a:extLst>
            </p:cNvPr>
            <p:cNvCxnSpPr>
              <a:stCxn id="15" idx="2"/>
              <a:endCxn id="16" idx="0"/>
            </p:cNvCxnSpPr>
            <p:nvPr/>
          </p:nvCxnSpPr>
          <p:spPr>
            <a:xfrm flipH="1">
              <a:off x="1764962" y="5293668"/>
              <a:ext cx="6350" cy="271017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8F37FE32-2AB0-AFF8-91AB-49C387E5C7F6}"/>
                </a:ext>
              </a:extLst>
            </p:cNvPr>
            <p:cNvCxnSpPr>
              <a:stCxn id="14" idx="2"/>
              <a:endCxn id="15" idx="0"/>
            </p:cNvCxnSpPr>
            <p:nvPr/>
          </p:nvCxnSpPr>
          <p:spPr>
            <a:xfrm>
              <a:off x="1764962" y="4376320"/>
              <a:ext cx="6350" cy="2710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AD7A82B-8D1B-1001-235D-1EF3D428915D}"/>
              </a:ext>
            </a:extLst>
          </p:cNvPr>
          <p:cNvGrpSpPr/>
          <p:nvPr/>
        </p:nvGrpSpPr>
        <p:grpSpPr>
          <a:xfrm>
            <a:off x="546807" y="779029"/>
            <a:ext cx="2476983" cy="3227959"/>
            <a:chOff x="546807" y="779029"/>
            <a:chExt cx="2476983" cy="3227959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71081EF-5407-2C86-7E27-A7D3004D1A10}"/>
                </a:ext>
              </a:extLst>
            </p:cNvPr>
            <p:cNvGrpSpPr/>
            <p:nvPr/>
          </p:nvGrpSpPr>
          <p:grpSpPr>
            <a:xfrm>
              <a:off x="1151390" y="779029"/>
              <a:ext cx="1267816" cy="1083828"/>
              <a:chOff x="5869222" y="299525"/>
              <a:chExt cx="1267816" cy="1083828"/>
            </a:xfrm>
          </p:grpSpPr>
          <p:pic>
            <p:nvPicPr>
              <p:cNvPr id="8" name="Graphic 7" descr="Table">
                <a:extLst>
                  <a:ext uri="{FF2B5EF4-FFF2-40B4-BE49-F238E27FC236}">
                    <a16:creationId xmlns:a16="http://schemas.microsoft.com/office/drawing/2014/main" id="{AFD5E36D-21FA-BECC-4194-67B3E7C50C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045930" y="29952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B3E7D31-F418-E278-B266-6FC961BA99F4}"/>
                  </a:ext>
                </a:extLst>
              </p:cNvPr>
              <p:cNvSpPr txBox="1"/>
              <p:nvPr/>
            </p:nvSpPr>
            <p:spPr>
              <a:xfrm>
                <a:off x="5869222" y="1014021"/>
                <a:ext cx="1267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chemeClr val="bg1"/>
                    </a:solidFill>
                  </a:rPr>
                  <a:t>Raw data</a:t>
                </a:r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87005B6C-E83B-197E-D1D4-F389BD8FEAA3}"/>
                </a:ext>
              </a:extLst>
            </p:cNvPr>
            <p:cNvGrpSpPr/>
            <p:nvPr/>
          </p:nvGrpSpPr>
          <p:grpSpPr>
            <a:xfrm>
              <a:off x="546807" y="1967274"/>
              <a:ext cx="2476983" cy="2039714"/>
              <a:chOff x="546807" y="1967274"/>
              <a:chExt cx="2476983" cy="2039714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2F117D-65EF-0B1B-0734-56C0CB3A3A42}"/>
                  </a:ext>
                </a:extLst>
              </p:cNvPr>
              <p:cNvSpPr txBox="1"/>
              <p:nvPr/>
            </p:nvSpPr>
            <p:spPr>
              <a:xfrm>
                <a:off x="546807" y="2248322"/>
                <a:ext cx="2476983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chemeClr val="bg1"/>
                    </a:solidFill>
                  </a:rPr>
                  <a:t>Data cleaning 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786AB5-0C67-0C8D-0D27-BDEC335DDE36}"/>
                  </a:ext>
                </a:extLst>
              </p:cNvPr>
              <p:cNvSpPr txBox="1"/>
              <p:nvPr/>
            </p:nvSpPr>
            <p:spPr>
              <a:xfrm>
                <a:off x="862520" y="3037491"/>
                <a:ext cx="1817581" cy="64633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chemeClr val="bg1"/>
                    </a:solidFill>
                  </a:rPr>
                  <a:t>Feature engineering</a:t>
                </a:r>
              </a:p>
            </p:txBody>
          </p: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3D7F1908-4B34-A096-DA86-DF5CC7622393}"/>
                  </a:ext>
                </a:extLst>
              </p:cNvPr>
              <p:cNvCxnSpPr>
                <a:stCxn id="13" idx="2"/>
                <a:endCxn id="14" idx="0"/>
              </p:cNvCxnSpPr>
              <p:nvPr/>
            </p:nvCxnSpPr>
            <p:spPr>
              <a:xfrm flipH="1">
                <a:off x="1764962" y="3683822"/>
                <a:ext cx="6349" cy="323166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D977275F-E5FC-CD09-8BD9-D6EEB327F63A}"/>
                  </a:ext>
                </a:extLst>
              </p:cNvPr>
              <p:cNvCxnSpPr>
                <a:stCxn id="12" idx="2"/>
                <a:endCxn id="13" idx="0"/>
              </p:cNvCxnSpPr>
              <p:nvPr/>
            </p:nvCxnSpPr>
            <p:spPr>
              <a:xfrm flipH="1">
                <a:off x="1771311" y="2617654"/>
                <a:ext cx="13988" cy="419837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A06EB212-D9C4-B166-5ECC-C12EE1FF03A8}"/>
                  </a:ext>
                </a:extLst>
              </p:cNvPr>
              <p:cNvCxnSpPr>
                <a:cxnSpLocks/>
                <a:endCxn id="12" idx="0"/>
              </p:cNvCxnSpPr>
              <p:nvPr/>
            </p:nvCxnSpPr>
            <p:spPr>
              <a:xfrm>
                <a:off x="1785299" y="1967274"/>
                <a:ext cx="0" cy="2810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EF02618-1CA1-696B-BC0F-144CCE525B5A}"/>
              </a:ext>
            </a:extLst>
          </p:cNvPr>
          <p:cNvSpPr txBox="1"/>
          <p:nvPr/>
        </p:nvSpPr>
        <p:spPr>
          <a:xfrm>
            <a:off x="7002291" y="679130"/>
            <a:ext cx="2609091" cy="1754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bg1"/>
                </a:solidFill>
              </a:rPr>
              <a:t>quantity_group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bg1"/>
                </a:solidFill>
              </a:rPr>
              <a:t>payment_type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bg1"/>
                </a:solidFill>
              </a:rPr>
              <a:t>extraction_type_class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bg1"/>
                </a:solidFill>
              </a:rPr>
              <a:t>quality_group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5F8EEE-29D0-438B-DDC9-766293F2E670}"/>
              </a:ext>
            </a:extLst>
          </p:cNvPr>
          <p:cNvSpPr txBox="1"/>
          <p:nvPr/>
        </p:nvSpPr>
        <p:spPr>
          <a:xfrm>
            <a:off x="9813557" y="679130"/>
            <a:ext cx="185684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bg1"/>
                </a:solidFill>
              </a:rPr>
              <a:t>status_group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757D2B-B5AE-B9EB-6ECF-3C96F1AF50F3}"/>
              </a:ext>
            </a:extLst>
          </p:cNvPr>
          <p:cNvSpPr txBox="1"/>
          <p:nvPr/>
        </p:nvSpPr>
        <p:spPr>
          <a:xfrm>
            <a:off x="9695295" y="3079083"/>
            <a:ext cx="2392325" cy="101566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Label encoding</a:t>
            </a:r>
          </a:p>
          <a:p>
            <a:r>
              <a:rPr lang="en-GB" sz="1400" dirty="0">
                <a:solidFill>
                  <a:schemeClr val="bg1"/>
                </a:solidFill>
              </a:rPr>
              <a:t>{"functional": 0, </a:t>
            </a:r>
          </a:p>
          <a:p>
            <a:r>
              <a:rPr lang="en-GB" sz="1400" dirty="0">
                <a:solidFill>
                  <a:schemeClr val="bg1"/>
                </a:solidFill>
              </a:rPr>
              <a:t>"non functional": 1, </a:t>
            </a:r>
          </a:p>
          <a:p>
            <a:r>
              <a:rPr lang="en-GB" sz="1400" dirty="0">
                <a:solidFill>
                  <a:schemeClr val="bg1"/>
                </a:solidFill>
              </a:rPr>
              <a:t>"functional needs repair": 2}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D4AA50-E466-F090-D3E3-2A9D2321C180}"/>
              </a:ext>
            </a:extLst>
          </p:cNvPr>
          <p:cNvSpPr txBox="1"/>
          <p:nvPr/>
        </p:nvSpPr>
        <p:spPr>
          <a:xfrm>
            <a:off x="7305484" y="3577936"/>
            <a:ext cx="2002704" cy="37641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One hot encoding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1373F5-DD6B-2A3B-A030-FF86F25EF7D2}"/>
              </a:ext>
            </a:extLst>
          </p:cNvPr>
          <p:cNvSpPr txBox="1"/>
          <p:nvPr/>
        </p:nvSpPr>
        <p:spPr>
          <a:xfrm>
            <a:off x="9627299" y="291451"/>
            <a:ext cx="1673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Target values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A43EFD-D13B-0219-0A87-A10DB6C88479}"/>
              </a:ext>
            </a:extLst>
          </p:cNvPr>
          <p:cNvSpPr txBox="1"/>
          <p:nvPr/>
        </p:nvSpPr>
        <p:spPr>
          <a:xfrm>
            <a:off x="5871691" y="291451"/>
            <a:ext cx="1856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Feature values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DDC6DD7-05D0-1582-9CF5-D4BA5B53D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77" y="5014400"/>
            <a:ext cx="4896747" cy="1476796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F34A6857-0221-0B96-E53F-FB1DB9E88892}"/>
              </a:ext>
            </a:extLst>
          </p:cNvPr>
          <p:cNvSpPr txBox="1"/>
          <p:nvPr/>
        </p:nvSpPr>
        <p:spPr>
          <a:xfrm>
            <a:off x="4381277" y="691561"/>
            <a:ext cx="22207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bg1"/>
                </a:solidFill>
              </a:rPr>
              <a:t>Construction_year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0C79785-26AA-B675-1619-1D8454446E52}"/>
              </a:ext>
            </a:extLst>
          </p:cNvPr>
          <p:cNvSpPr txBox="1"/>
          <p:nvPr/>
        </p:nvSpPr>
        <p:spPr>
          <a:xfrm>
            <a:off x="4098900" y="2377790"/>
            <a:ext cx="2785552" cy="132343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1"/>
                </a:solidFill>
              </a:rPr>
              <a:t>Replace zero value with mean of </a:t>
            </a:r>
            <a:r>
              <a:rPr lang="en-GB" sz="1600" dirty="0" err="1">
                <a:solidFill>
                  <a:schemeClr val="bg1"/>
                </a:solidFill>
              </a:rPr>
              <a:t>construction_year</a:t>
            </a:r>
            <a:endParaRPr lang="en-GB" sz="1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 err="1">
                <a:solidFill>
                  <a:schemeClr val="bg1"/>
                </a:solidFill>
              </a:rPr>
              <a:t>pump_age</a:t>
            </a:r>
            <a:r>
              <a:rPr lang="en-GB" sz="1600" dirty="0">
                <a:solidFill>
                  <a:schemeClr val="bg1"/>
                </a:solidFill>
              </a:rPr>
              <a:t> = </a:t>
            </a:r>
            <a:r>
              <a:rPr lang="en-GB" sz="1600" dirty="0" err="1">
                <a:solidFill>
                  <a:schemeClr val="bg1"/>
                </a:solidFill>
              </a:rPr>
              <a:t>recorded_year</a:t>
            </a:r>
            <a:r>
              <a:rPr lang="en-GB" sz="1600" dirty="0">
                <a:solidFill>
                  <a:schemeClr val="bg1"/>
                </a:solidFill>
              </a:rPr>
              <a:t> – </a:t>
            </a:r>
            <a:r>
              <a:rPr lang="en-GB" sz="1600" dirty="0" err="1">
                <a:solidFill>
                  <a:schemeClr val="bg1"/>
                </a:solidFill>
              </a:rPr>
              <a:t>construction_year</a:t>
            </a:r>
            <a:endParaRPr lang="en-GB" sz="1600" dirty="0">
              <a:solidFill>
                <a:schemeClr val="bg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0DA34C09-A706-0F63-F3D3-5234B7BDD66D}"/>
              </a:ext>
            </a:extLst>
          </p:cNvPr>
          <p:cNvCxnSpPr>
            <a:stCxn id="101" idx="2"/>
            <a:endCxn id="108" idx="0"/>
          </p:cNvCxnSpPr>
          <p:nvPr/>
        </p:nvCxnSpPr>
        <p:spPr>
          <a:xfrm>
            <a:off x="5491676" y="1060893"/>
            <a:ext cx="0" cy="131689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CD89694-716F-425D-2B95-26D99CFB284A}"/>
              </a:ext>
            </a:extLst>
          </p:cNvPr>
          <p:cNvCxnSpPr>
            <a:stCxn id="108" idx="2"/>
          </p:cNvCxnSpPr>
          <p:nvPr/>
        </p:nvCxnSpPr>
        <p:spPr>
          <a:xfrm>
            <a:off x="5491676" y="3701229"/>
            <a:ext cx="516437" cy="1269273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993827A5-E323-A2DD-6264-BB2DBA21CC48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8306836" y="2501978"/>
            <a:ext cx="0" cy="1075958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42DE3255-BDAA-3D40-709E-4B9A4AD6C913}"/>
              </a:ext>
            </a:extLst>
          </p:cNvPr>
          <p:cNvCxnSpPr>
            <a:stCxn id="56" idx="2"/>
          </p:cNvCxnSpPr>
          <p:nvPr/>
        </p:nvCxnSpPr>
        <p:spPr>
          <a:xfrm flipH="1">
            <a:off x="8201551" y="3954353"/>
            <a:ext cx="105285" cy="1000816"/>
          </a:xfrm>
          <a:prstGeom prst="straightConnector1">
            <a:avLst/>
          </a:prstGeom>
          <a:ln w="28575"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3DF1EE7-FA1F-B97A-2DDB-9058BA7EF6F6}"/>
              </a:ext>
            </a:extLst>
          </p:cNvPr>
          <p:cNvCxnSpPr>
            <a:cxnSpLocks/>
            <a:stCxn id="49" idx="2"/>
            <a:endCxn id="53" idx="0"/>
          </p:cNvCxnSpPr>
          <p:nvPr/>
        </p:nvCxnSpPr>
        <p:spPr>
          <a:xfrm>
            <a:off x="10741982" y="1048462"/>
            <a:ext cx="149476" cy="2030621"/>
          </a:xfrm>
          <a:prstGeom prst="straightConnector1">
            <a:avLst/>
          </a:prstGeom>
          <a:ln w="28575"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2D018D2-952E-235B-7619-EF5CF5931059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10069620" y="4094746"/>
            <a:ext cx="821838" cy="860423"/>
          </a:xfrm>
          <a:prstGeom prst="straightConnector1">
            <a:avLst/>
          </a:prstGeom>
          <a:ln w="28575"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D899963-85EB-A81D-780F-9EAD75FAD80A}"/>
              </a:ext>
            </a:extLst>
          </p:cNvPr>
          <p:cNvSpPr/>
          <p:nvPr/>
        </p:nvSpPr>
        <p:spPr>
          <a:xfrm>
            <a:off x="9647069" y="4970502"/>
            <a:ext cx="1002855" cy="1596047"/>
          </a:xfrm>
          <a:prstGeom prst="rect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E9BAB2E-F5AA-F201-1924-F6CEACB3409C}"/>
              </a:ext>
            </a:extLst>
          </p:cNvPr>
          <p:cNvSpPr/>
          <p:nvPr/>
        </p:nvSpPr>
        <p:spPr>
          <a:xfrm>
            <a:off x="5653943" y="4970502"/>
            <a:ext cx="3957439" cy="1596047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97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3" grpId="0" animBg="1"/>
      <p:bldP spid="56" grpId="0" animBg="1"/>
      <p:bldP spid="58" grpId="0"/>
      <p:bldP spid="59" grpId="0"/>
      <p:bldP spid="101" grpId="0" animBg="1"/>
      <p:bldP spid="108" grpId="0" animBg="1"/>
      <p:bldP spid="142" grpId="0" animBg="1"/>
      <p:bldP spid="1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42B737-50F3-5E46-F856-BB6EB3FD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651033"/>
            <a:ext cx="4941477" cy="610863"/>
          </a:xfrm>
        </p:spPr>
        <p:txBody>
          <a:bodyPr/>
          <a:lstStyle/>
          <a:p>
            <a:r>
              <a:rPr lang="en-GB" dirty="0"/>
              <a:t>Class imbalance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5B671-C18D-68C1-494C-E0F668AFD3A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rtl="0"/>
            <a:fld id="{029ECAD1-3047-43DC-81B7-231597E81F19}" type="datetime3">
              <a:rPr lang="en-GB" noProof="0" smtClean="0">
                <a:latin typeface="+mn-lt"/>
              </a:rPr>
              <a:t>13 November, 2025</a:t>
            </a:fld>
            <a:endParaRPr lang="en-GB" noProof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E04AD-F5D3-A84A-B1AA-322C09DF726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rtl="0"/>
            <a:r>
              <a:rPr lang="en-GB" b="0" dirty="0"/>
              <a:t>Sprint2 Demo</a:t>
            </a:r>
            <a:endParaRPr lang="en-GB" b="0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8B8A4-D9C1-9712-2B1B-1D5366B38A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3</a:t>
            </a:fld>
            <a:endParaRPr lang="en-GB" noProof="0">
              <a:latin typeface="+mn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62F1CE-BBCE-E04D-76B5-3759F74A196F}"/>
              </a:ext>
            </a:extLst>
          </p:cNvPr>
          <p:cNvGrpSpPr/>
          <p:nvPr/>
        </p:nvGrpSpPr>
        <p:grpSpPr>
          <a:xfrm>
            <a:off x="683944" y="1574493"/>
            <a:ext cx="5020055" cy="4621991"/>
            <a:chOff x="683944" y="1574493"/>
            <a:chExt cx="5020055" cy="462199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62794FC-F624-FE6C-1E33-764994FE7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944" y="1574493"/>
              <a:ext cx="5020055" cy="425265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41D456-C516-3001-D62A-375F2585F105}"/>
                </a:ext>
              </a:extLst>
            </p:cNvPr>
            <p:cNvSpPr txBox="1"/>
            <p:nvPr/>
          </p:nvSpPr>
          <p:spPr>
            <a:xfrm>
              <a:off x="1715352" y="5827152"/>
              <a:ext cx="31358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</a:rPr>
                <a:t>Without oversampling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BBFA473-4019-50C0-E634-AC9C41B7EE9C}"/>
              </a:ext>
            </a:extLst>
          </p:cNvPr>
          <p:cNvGrpSpPr/>
          <p:nvPr/>
        </p:nvGrpSpPr>
        <p:grpSpPr>
          <a:xfrm>
            <a:off x="5049078" y="124949"/>
            <a:ext cx="7004535" cy="6508711"/>
            <a:chOff x="5049078" y="124949"/>
            <a:chExt cx="7004535" cy="65087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1FE23CD-564A-3C6D-F046-4AAAC25D1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8002" y="1261896"/>
              <a:ext cx="5565611" cy="468775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6E6A484-77CB-5B46-A80A-E20953E93271}"/>
                </a:ext>
              </a:extLst>
            </p:cNvPr>
            <p:cNvSpPr txBox="1"/>
            <p:nvPr/>
          </p:nvSpPr>
          <p:spPr>
            <a:xfrm>
              <a:off x="6190682" y="5827152"/>
              <a:ext cx="57806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</a:rPr>
                <a:t>With oversampling</a:t>
              </a:r>
            </a:p>
            <a:p>
              <a:pPr algn="ctr"/>
              <a:r>
                <a:rPr lang="en-GB" b="1" dirty="0">
                  <a:solidFill>
                    <a:schemeClr val="bg1"/>
                  </a:solidFill>
                </a:rPr>
                <a:t>(Simple oversampling)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4251890-FC97-D3C5-05BF-43FE3C0F8A0E}"/>
                </a:ext>
              </a:extLst>
            </p:cNvPr>
            <p:cNvSpPr/>
            <p:nvPr/>
          </p:nvSpPr>
          <p:spPr>
            <a:xfrm>
              <a:off x="6042991" y="124949"/>
              <a:ext cx="5049079" cy="102799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solidFill>
                    <a:schemeClr val="bg1"/>
                  </a:solidFill>
                </a:rPr>
                <a:t>SMOTE improved accuracy by 1% compared to simple oversampling and ADASYN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solidFill>
                    <a:schemeClr val="bg1"/>
                  </a:solidFill>
                </a:rPr>
                <a:t>SMOTE, ADASYN: slower  </a:t>
              </a: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84A20ACA-8CC6-3DE5-6630-7836BE80F19D}"/>
                </a:ext>
              </a:extLst>
            </p:cNvPr>
            <p:cNvSpPr/>
            <p:nvPr/>
          </p:nvSpPr>
          <p:spPr>
            <a:xfrm>
              <a:off x="5049078" y="5401207"/>
              <a:ext cx="2291685" cy="1232453"/>
            </a:xfrm>
            <a:prstGeom prst="right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+26% accuracy for minority class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23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BDF01-4343-EDE9-E779-083DE0E2E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comparison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08EC0-89B4-F17A-9E2F-7FF94ECAA21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rtl="0"/>
            <a:fld id="{029ECAD1-3047-43DC-81B7-231597E81F19}" type="datetime3">
              <a:rPr lang="en-GB" noProof="0" smtClean="0">
                <a:latin typeface="+mn-lt"/>
              </a:rPr>
              <a:t>13 November, 2025</a:t>
            </a:fld>
            <a:endParaRPr lang="en-GB" noProof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92F60-7EBB-5148-0EB7-8AEC3E677F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rtl="0"/>
            <a:r>
              <a:rPr lang="en-GB" b="0" dirty="0"/>
              <a:t>Sprint2 Demo</a:t>
            </a:r>
            <a:endParaRPr lang="en-GB" b="0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F5677-709D-8C80-B3C6-7E28ECB28F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4</a:t>
            </a:fld>
            <a:endParaRPr lang="en-GB" noProof="0">
              <a:latin typeface="+mn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032096-EC6A-CA65-1B1B-81C6EA39F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657046"/>
              </p:ext>
            </p:extLst>
          </p:nvPr>
        </p:nvGraphicFramePr>
        <p:xfrm>
          <a:off x="1026665" y="2059917"/>
          <a:ext cx="10582239" cy="420788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27413">
                  <a:extLst>
                    <a:ext uri="{9D8B030D-6E8A-4147-A177-3AD203B41FA5}">
                      <a16:colId xmlns:a16="http://schemas.microsoft.com/office/drawing/2014/main" val="3301246794"/>
                    </a:ext>
                  </a:extLst>
                </a:gridCol>
                <a:gridCol w="2056864">
                  <a:extLst>
                    <a:ext uri="{9D8B030D-6E8A-4147-A177-3AD203B41FA5}">
                      <a16:colId xmlns:a16="http://schemas.microsoft.com/office/drawing/2014/main" val="280913632"/>
                    </a:ext>
                  </a:extLst>
                </a:gridCol>
                <a:gridCol w="4997962">
                  <a:extLst>
                    <a:ext uri="{9D8B030D-6E8A-4147-A177-3AD203B41FA5}">
                      <a16:colId xmlns:a16="http://schemas.microsoft.com/office/drawing/2014/main" val="486915471"/>
                    </a:ext>
                  </a:extLst>
                </a:gridCol>
              </a:tblGrid>
              <a:tr h="802553">
                <a:tc>
                  <a:txBody>
                    <a:bodyPr/>
                    <a:lstStyle/>
                    <a:p>
                      <a:r>
                        <a:rPr lang="en-GB" dirty="0"/>
                        <a:t>Model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Accuracy </a:t>
                      </a:r>
                      <a:r>
                        <a:rPr lang="en-GB" sz="1600" dirty="0"/>
                        <a:t>(aka classification rate in leaderboard)</a:t>
                      </a:r>
                      <a:endParaRPr lang="en-GB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832366"/>
                  </a:ext>
                </a:extLst>
              </a:tr>
              <a:tr h="1251322">
                <a:tc>
                  <a:txBody>
                    <a:bodyPr/>
                    <a:lstStyle/>
                    <a:p>
                      <a:r>
                        <a:rPr lang="en-GB" dirty="0" err="1"/>
                        <a:t>Softmax</a:t>
                      </a:r>
                      <a:r>
                        <a:rPr lang="en-GB" dirty="0"/>
                        <a:t> regression (Multinominal logistic regression)  </a:t>
                      </a:r>
                    </a:p>
                    <a:p>
                      <a:r>
                        <a:rPr lang="en-GB" dirty="0"/>
                        <a:t>(K=50)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Hyperparameter tuning could improve performance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743927"/>
                  </a:ext>
                </a:extLst>
              </a:tr>
              <a:tr h="820159">
                <a:tc>
                  <a:txBody>
                    <a:bodyPr/>
                    <a:lstStyle/>
                    <a:p>
                      <a:r>
                        <a:rPr lang="en-GB" dirty="0"/>
                        <a:t>Linear classifiers with SGD training (K=50)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Slowest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SGD could need more iteration and hyperparameter tuning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827572"/>
                  </a:ext>
                </a:extLst>
              </a:tr>
              <a:tr h="696146">
                <a:tc>
                  <a:txBody>
                    <a:bodyPr/>
                    <a:lstStyle/>
                    <a:p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Decision tree (K=40)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0.75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Fastest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Depth = 41 -&gt; can set maximum of depth for better interpretability, but could lead to worse performance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87138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85B11BA-C928-A463-688C-555070563DDD}"/>
              </a:ext>
            </a:extLst>
          </p:cNvPr>
          <p:cNvSpPr txBox="1"/>
          <p:nvPr/>
        </p:nvSpPr>
        <p:spPr>
          <a:xfrm>
            <a:off x="6964478" y="934131"/>
            <a:ext cx="4195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Experiment condition: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Without </a:t>
            </a:r>
            <a:r>
              <a:rPr lang="en-GB" dirty="0" err="1">
                <a:solidFill>
                  <a:schemeClr val="bg1"/>
                </a:solidFill>
              </a:rPr>
              <a:t>hyperparamter</a:t>
            </a:r>
            <a:r>
              <a:rPr lang="en-GB" dirty="0">
                <a:solidFill>
                  <a:schemeClr val="bg1"/>
                </a:solidFill>
              </a:rPr>
              <a:t> tuning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With basic </a:t>
            </a:r>
            <a:r>
              <a:rPr lang="en-GB" dirty="0" err="1">
                <a:solidFill>
                  <a:schemeClr val="bg1"/>
                </a:solidFill>
              </a:rPr>
              <a:t>oversamping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793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7C942B-4D04-4C0B-0A9F-8861DE32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613" y="879475"/>
            <a:ext cx="4941887" cy="611188"/>
          </a:xfrm>
        </p:spPr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B7FD1F4-E9E0-89FD-CA33-3BB8448AEB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3613" y="1992885"/>
            <a:ext cx="9689321" cy="41878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All models struggled with minority class prediction</a:t>
            </a:r>
          </a:p>
          <a:p>
            <a:pPr marL="971550" lvl="1" indent="-285750"/>
            <a:r>
              <a:rPr lang="en-GB" dirty="0"/>
              <a:t>-&gt; Improved by oversampling</a:t>
            </a:r>
          </a:p>
          <a:p>
            <a:pPr marL="971550" lvl="1" indent="-285750"/>
            <a:r>
              <a:rPr lang="en-GB" dirty="0"/>
              <a:t>Simple oversampling would enough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Decision tree performed best (without tuning)</a:t>
            </a:r>
          </a:p>
          <a:p>
            <a:pPr marL="971550" lvl="1" indent="-285750"/>
            <a:r>
              <a:rPr lang="en-GB" dirty="0"/>
              <a:t>-&gt; other models could perform better after tuning</a:t>
            </a:r>
            <a:endParaRPr lang="en-GB" sz="2400" dirty="0"/>
          </a:p>
          <a:p>
            <a:r>
              <a:rPr lang="en-GB" sz="2400" b="1" dirty="0"/>
              <a:t>What’s next?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/>
              <a:t>Interpret classifiers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/>
              <a:t>Try Random forest or neural network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/>
              <a:t>Tune hyperparameter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dirty="0"/>
              <a:t>Try with other features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D0B16-821B-E5BC-CE50-F968CB017F9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2992120" y="6332220"/>
            <a:ext cx="1313180" cy="247651"/>
          </a:xfrm>
        </p:spPr>
        <p:txBody>
          <a:bodyPr/>
          <a:lstStyle/>
          <a:p>
            <a:fld id="{029ECAD1-3047-43DC-81B7-231597E81F19}" type="datetime3">
              <a:rPr lang="en-GB" noProof="0" smtClean="0"/>
              <a:pPr/>
              <a:t>13 November, 2025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71482-30FD-D8E9-E57B-255E9A697F7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494790" y="6332220"/>
            <a:ext cx="1497330" cy="247651"/>
          </a:xfrm>
        </p:spPr>
        <p:txBody>
          <a:bodyPr/>
          <a:lstStyle/>
          <a:p>
            <a:r>
              <a:rPr lang="en-GB" dirty="0"/>
              <a:t>Sprint2 Demo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DD06B-38E5-6535-8562-02893DB4350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GB" noProof="0" smtClean="0"/>
              <a:pPr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279234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1_TF78853419_Win32.potx" id="{4B078287-5F8B-4412-8B56-22BABE512007}" vid="{40D3F4AB-D386-4158-AD50-2BEE84BA26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419</TotalTime>
  <Words>298</Words>
  <Application>Microsoft Office PowerPoint</Application>
  <PresentationFormat>Widescreen</PresentationFormat>
  <Paragraphs>80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Franklin Gothic Book</vt:lpstr>
      <vt:lpstr>Franklin Gothic Demi</vt:lpstr>
      <vt:lpstr>Wingdings</vt:lpstr>
      <vt:lpstr>Theme1</vt:lpstr>
      <vt:lpstr>Sprint2 Demo - Water pump status detection -</vt:lpstr>
      <vt:lpstr>ML pipeline</vt:lpstr>
      <vt:lpstr>Class imbalance</vt:lpstr>
      <vt:lpstr>Model comparison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春香 井野場</dc:creator>
  <cp:lastModifiedBy>春香 井野場</cp:lastModifiedBy>
  <cp:revision>1</cp:revision>
  <dcterms:created xsi:type="dcterms:W3CDTF">2025-11-12T16:18:31Z</dcterms:created>
  <dcterms:modified xsi:type="dcterms:W3CDTF">2025-11-13T10:47:32Z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